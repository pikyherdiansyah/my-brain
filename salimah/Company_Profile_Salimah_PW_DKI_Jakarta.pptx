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722e16d-da4d-6bce-967f-c2be948f61ca}">
          <p14:sldIdLst>
            <p14:sldId id="256"/>
          </p14:sldIdLst>
        </p14:section>
        <p14:section name="Profil" id="{980b7558-1fb9-8dfc-5c44-3d9762f7c69a}">
          <p14:sldIdLst>
            <p14:sldId id="257"/>
            <p14:sldId id="258"/>
          </p14:sldIdLst>
        </p14:section>
        <p14:section name="Program" id="{deb7f779-1b31-de12-ccb8-d895889297c3}">
          <p14:sldIdLst>
            <p14:sldId id="259"/>
          </p14:sldIdLst>
        </p14:section>
        <p14:section name="Organisasi" id="{f93d4d3c-df55-688b-bc11-a94705a3769f}">
          <p14:sldIdLst>
            <p14:sldId id="260"/>
            <p14:sldId id="261"/>
            <p14:sldId id="262"/>
            <p14:sldId id="263"/>
          </p14:sldIdLst>
        </p14:section>
        <p14:section name="Capaian" id="{9d6b22cd-94b3-0695-c7f1-36a69f9f3a80}">
          <p14:sldIdLst>
            <p14:sldId id="264"/>
            <p14:sldId id="265"/>
          </p14:sldIdLst>
        </p14:section>
        <p14:section name="Kemitraan" id="{2a62562d-ac1d-3d86-4775-4e1d84d46ca9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5A1E78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5A1E78"/>
                </a:solidFill>
                <a:latin typeface="+mj-lt"/>
              </a:rPr>
              <a:t>Komposisi pengurus Pimpinan Wilayah (34 orang)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Pengurus PW</c:v>
                </c:pt>
              </c:strCache>
            </c:strRef>
          </c:tx>
          <c:spPr>
            <a:solidFill>
              <a:srgbClr val="5A1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8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Dakwah</c:v>
                  </c:pt>
                  <c:pt idx="1">
                    <c:v>Diklat</c:v>
                  </c:pt>
                  <c:pt idx="2">
                    <c:v>Ekonomi</c:v>
                  </c:pt>
                  <c:pt idx="3">
                    <c:v>Bangda &amp; SDM</c:v>
                  </c:pt>
                  <c:pt idx="4">
                    <c:v>Humas &amp; Kajian</c:v>
                  </c:pt>
                  <c:pt idx="5">
                    <c:v>Bendahara</c:v>
                  </c:pt>
                  <c:pt idx="6">
                    <c:v>Sekretariat</c:v>
                  </c:pt>
                  <c:pt idx="7">
                    <c:v>Ketua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18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8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5A1E78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5A1E78"/>
                </a:solidFill>
                <a:latin typeface="+mj-lt"/>
              </a:rPr>
              <a:t>Sebaran anggota per pimpinan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Anggota</c:v>
                </c:pt>
              </c:strCache>
            </c:strRef>
          </c:tx>
          <c:spPr>
            <a:solidFill>
              <a:srgbClr val="5A1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Jakarta Selatan</c:v>
                  </c:pt>
                  <c:pt idx="1">
                    <c:v>Jakarta Timur</c:v>
                  </c:pt>
                  <c:pt idx="2">
                    <c:v>Jakarta Barat</c:v>
                  </c:pt>
                  <c:pt idx="3">
                    <c:v>Pimpinan Wilayah</c:v>
                  </c:pt>
                  <c:pt idx="4">
                    <c:v>Jakarta Pusat</c:v>
                  </c:pt>
                  <c:pt idx="5">
                    <c:v>Jakarta Utara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10229</c:v>
                </c:pt>
                <c:pt idx="1">
                  <c:v>8875</c:v>
                </c:pt>
                <c:pt idx="2">
                  <c:v>5464</c:v>
                </c:pt>
                <c:pt idx="3">
                  <c:v>1901</c:v>
                </c:pt>
                <c:pt idx="4">
                  <c:v>1003</c:v>
                </c:pt>
                <c:pt idx="5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8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Proposal Kegiatan Salimah PW DKI Jakarta 2025 dan Laporan Pertanggungjawaban Muswil, 5 Oktober 2025. Foto: pengurus PW Salimah DKI Jakarta (LPJ Muswil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Proposal 2025 (Kata Pengantar, Selayang Pandang) dan LPJ Muswil 2025 (Profil Salimah).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Proposal 2025 (Visi &amp; Misi) dan LPJ Muswil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Proposal 2025 (Program Unggulan) dan LPJ Muswil 2025 (laporan departemen).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 (Susunan Pengurus, Struktur Organisasi, Dewan Pertimbangan, LKS).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2025, Komposisi Pengurus (282 orang, data sampai September 2025). Komposisi PW dihitung dari Susunan Pengurus pada LPJ: ketua departemen ditambah timnya. Dewan Pertimbangan (4 orang) tidak termasuk.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2025, Keanggotaan Salimah tercatat sampai dengan tahun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2025, Sebaran Salimah Wilayah DKI Jakarta. Catatan: proposal Januari 2025 mencatat 6 PD, 19 PC, 24 PRa (49 titik); halaman Perbandingan pada LPJ menulis 8 PC untuk Jakarta Timur. Angka di slide memakai tabel Sebaran LPJ.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2025. BQS 37 titik / 521 santri; Jumat Berkah sekitar 15.000 paket; Kampus Salimah lebih dari 400 peserta; PKPS 1 (40 pada 2021 dan 40 pada 2024), PKPS 2 (77), PKPS 3 (48) = 205 peserta pada sesi yang tercatat jumlahnya; sesi PKPS 1 Jakarta Utara 2022 tidak mencantumkan jumlah; 213 rapat DPH dan 25 rapat pleno; wakaf LWS Rp 9.503.000 (2021-2025).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kegiatan dari Proposal 2025 (Kegiatan Salimah Tahun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Proposal 2025 (Mitra Salimah, kemitraan tingkat Pimpinan Pusat) dan LPJ Muswil 2025 (Perkembangan Jaringan, kemitraan departemen PW DKI).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LPJ Muswil 2025 (Solusi dan Rekomendasi) dan Proposal 2025 (Rencana Kegiatan Tahun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alamat dan telepon: LPJ Muswil 2025 (Profil Salimah, Contact Us). Proposal Januari 2025 mencantumkan alamat Jl. Mampang Prapatan VIII no R1; slide memakai alamat terbaru dari LPJ.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y-brain/c2331d27-4dee-595d-8f4a-40a3000a2e7f/scratchpad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0447" y="384048"/>
            <a:ext cx="292608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Company Profile Salimah PW DKI Jakarta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ing-1"/>
          <p:cNvSpPr/>
          <p:nvPr/>
        </p:nvSpPr>
        <p:spPr>
          <a:xfrm>
            <a:off x="5989320" y="502920"/>
            <a:ext cx="5943600" cy="5852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cover-photo-2" descr="Pengurus PW Salimah DKI Jakarta berfoto bers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594360"/>
            <a:ext cx="5760720" cy="5669280"/>
          </a:xfrm>
          <a:prstGeom prst="ellipse">
            <a:avLst/>
          </a:prstGeom>
        </p:spPr>
      </p:pic>
      <p:pic>
        <p:nvPicPr>
          <p:cNvPr id="4" name="cover-logo-3" descr="/tmp/claude-0/-home-user-My-brain/c2331d27-4dee-595d-8f4a-40a3000a2e7f/scratchpad/deck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566928" cy="9326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860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Persaudaraan Muslimah (Salimah)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Wilayah DKI Jakarta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43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Peduli Perempuan, Anak dan Keluarga Indonesia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kepengurusan 2021-2025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Tentang Salimah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Persaudaraan Muslimah (Salimah) adalah organisasi kemasyarakatan perempuan muslimah yang didirikan di Jakarta pada 8 Maret 2000.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Salimah PW DKI Jakarta berjalan sejak tahun 2000 bersama Pimpinan Pusat, sempat vakum lima tahun, lalu aktif kembali pada 2016. Program kerjanya berbasis rumah: dimulai dari kerabat dan tetangga, menjangkau anak, remaja, usia produktif hingga lansia.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hukum: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Menkumham No. AHU-0000395.AH.01.08 Tahun 2020 tentang Persetujuan Badan Hukum Perkumpulan Persaudaraan Muslimah.</a:t>
            </a:r>
            <a:endParaRPr lang="en-US" sz="1600" dirty="0"/>
          </a:p>
        </p:txBody>
      </p:sp>
      <p:sp>
        <p:nvSpPr>
          <p:cNvPr id="4" name="about-card-4"/>
          <p:cNvSpPr/>
          <p:nvPr/>
        </p:nvSpPr>
        <p:spPr>
          <a:xfrm>
            <a:off x="6949440" y="141732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223760" y="1572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Maret 2000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167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didirikan di Jakarta</a:t>
            </a:r>
            <a:endParaRPr lang="en-US" sz="1400" dirty="0"/>
          </a:p>
        </p:txBody>
      </p:sp>
      <p:sp>
        <p:nvSpPr>
          <p:cNvPr id="7" name="about-card-5"/>
          <p:cNvSpPr/>
          <p:nvPr/>
        </p:nvSpPr>
        <p:spPr>
          <a:xfrm>
            <a:off x="6949440" y="288036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3035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2.466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struktur Salimah di seluruh Indonesia</a:t>
            </a:r>
            <a:endParaRPr lang="en-US" sz="1400" dirty="0"/>
          </a:p>
        </p:txBody>
      </p:sp>
      <p:sp>
        <p:nvSpPr>
          <p:cNvPr id="10" name="about-card-6"/>
          <p:cNvSpPr/>
          <p:nvPr/>
        </p:nvSpPr>
        <p:spPr>
          <a:xfrm>
            <a:off x="6949440" y="4343400"/>
            <a:ext cx="46908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44988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093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 DKI Jakarta aktif kembali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 &amp; Misi</a:t>
            </a:r>
            <a:endParaRPr lang="en-US" sz="3400" dirty="0"/>
          </a:p>
        </p:txBody>
      </p:sp>
      <p:sp>
        <p:nvSpPr>
          <p:cNvPr id="3" name="visi-panel-7"/>
          <p:cNvSpPr/>
          <p:nvPr/>
        </p:nvSpPr>
        <p:spPr>
          <a:xfrm>
            <a:off x="548640" y="1417320"/>
            <a:ext cx="4206240" cy="4709160"/>
          </a:xfrm>
          <a:prstGeom prst="roundRect">
            <a:avLst>
              <a:gd name="adj" fmla="val 3261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Menjadi ormas perempuan pelopor dalam meningkatkan kualitas hidup perempuan, anak dan keluarga Indonesia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</a:t>
            </a:r>
            <a:endParaRPr lang="en-US" sz="2000" dirty="0"/>
          </a:p>
        </p:txBody>
      </p:sp>
      <p:sp>
        <p:nvSpPr>
          <p:cNvPr id="7" name="misi-dot-8"/>
          <p:cNvSpPr/>
          <p:nvPr/>
        </p:nvSpPr>
        <p:spPr>
          <a:xfrm>
            <a:off x="5166360" y="1938528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663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920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Memperluas dan memperkokoh soliditas struktur di semua tingkatan</a:t>
            </a:r>
            <a:endParaRPr lang="en-US" sz="1400" dirty="0"/>
          </a:p>
        </p:txBody>
      </p:sp>
      <p:sp>
        <p:nvSpPr>
          <p:cNvPr id="10" name="misi-dot-9"/>
          <p:cNvSpPr/>
          <p:nvPr/>
        </p:nvSpPr>
        <p:spPr>
          <a:xfrm>
            <a:off x="5166360" y="2542032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5237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kualitas pengurus agar mampu merealisasikan visi dan misi Salimah</a:t>
            </a:r>
            <a:endParaRPr lang="en-US" sz="1400" dirty="0"/>
          </a:p>
        </p:txBody>
      </p:sp>
      <p:sp>
        <p:nvSpPr>
          <p:cNvPr id="13" name="misi-dot-10"/>
          <p:cNvSpPr/>
          <p:nvPr/>
        </p:nvSpPr>
        <p:spPr>
          <a:xfrm>
            <a:off x="5166360" y="3145536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6636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1272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kualitas hidup anggota melalui program Salimah</a:t>
            </a:r>
            <a:endParaRPr lang="en-US" sz="1400" dirty="0"/>
          </a:p>
        </p:txBody>
      </p:sp>
      <p:sp>
        <p:nvSpPr>
          <p:cNvPr id="16" name="misi-dot-11"/>
          <p:cNvSpPr/>
          <p:nvPr/>
        </p:nvSpPr>
        <p:spPr>
          <a:xfrm>
            <a:off x="5166360" y="3749040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663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37307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kuantitas anggota sebagai basis massa Salimah</a:t>
            </a:r>
            <a:endParaRPr lang="en-US" sz="1400" dirty="0"/>
          </a:p>
        </p:txBody>
      </p:sp>
      <p:sp>
        <p:nvSpPr>
          <p:cNvPr id="19" name="misi-dot-12"/>
          <p:cNvSpPr/>
          <p:nvPr/>
        </p:nvSpPr>
        <p:spPr>
          <a:xfrm>
            <a:off x="5166360" y="4352544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663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433425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peran Salimah dalam peningkatan kualitas perempuan, anak dan keluarga di bidang dakwah, pendidikan, ekonomi, sosial dan kesehatan</a:t>
            </a:r>
            <a:endParaRPr lang="en-US" sz="1400" dirty="0"/>
          </a:p>
        </p:txBody>
      </p:sp>
      <p:sp>
        <p:nvSpPr>
          <p:cNvPr id="22" name="misi-dot-13"/>
          <p:cNvSpPr/>
          <p:nvPr/>
        </p:nvSpPr>
        <p:spPr>
          <a:xfrm>
            <a:off x="5166360" y="4956048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6636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4937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Memperluas dan memperkokoh kemitraan dengan pemerintah dan lembaga lain terkait isu perempuan, anak dan keluarga</a:t>
            </a:r>
            <a:endParaRPr lang="en-US" sz="1400" dirty="0"/>
          </a:p>
        </p:txBody>
      </p:sp>
      <p:sp>
        <p:nvSpPr>
          <p:cNvPr id="25" name="misi-dot-14"/>
          <p:cNvSpPr/>
          <p:nvPr/>
        </p:nvSpPr>
        <p:spPr>
          <a:xfrm>
            <a:off x="5166360" y="5559552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6636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55412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Mengokohkan peran Salimah sebagai ormas pelopor dalam pergerakan perempuan Indonesia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Unggulan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melalui tiga departemen inti (Dakwah, Pendidikan &amp; Pelatihan, Ekonomi) dan didukung Lembaga Kelengkapan Salimah.</a:t>
            </a:r>
            <a:endParaRPr lang="en-US" sz="1400" dirty="0"/>
          </a:p>
        </p:txBody>
      </p:sp>
      <p:sp>
        <p:nvSpPr>
          <p:cNvPr id="4" name="prog-card-15"/>
          <p:cNvSpPr/>
          <p:nvPr/>
        </p:nvSpPr>
        <p:spPr>
          <a:xfrm>
            <a:off x="548640" y="169164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KOSSUMA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Koperasi Serba Usaha Salimah: simpan pinjam untuk rumah tangga dan usaha anggota</a:t>
            </a:r>
            <a:endParaRPr lang="en-US" sz="1300" dirty="0"/>
          </a:p>
        </p:txBody>
      </p:sp>
      <p:sp>
        <p:nvSpPr>
          <p:cNvPr id="7" name="prog-card-16"/>
          <p:cNvSpPr/>
          <p:nvPr/>
        </p:nvSpPr>
        <p:spPr>
          <a:xfrm>
            <a:off x="4069080" y="169164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856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FORSIL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585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Silaturahim Majelis Taklim Salimah</a:t>
            </a:r>
            <a:endParaRPr lang="en-US" sz="1300" dirty="0"/>
          </a:p>
        </p:txBody>
      </p:sp>
      <p:sp>
        <p:nvSpPr>
          <p:cNvPr id="10" name="prog-card-17"/>
          <p:cNvSpPr/>
          <p:nvPr/>
        </p:nvSpPr>
        <p:spPr>
          <a:xfrm>
            <a:off x="548640" y="338328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PKPS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502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Kepemimpinan Pengurus Salimah, jenjang 1 sampai 3</a:t>
            </a:r>
            <a:endParaRPr lang="en-US" sz="1300" dirty="0"/>
          </a:p>
        </p:txBody>
      </p:sp>
      <p:sp>
        <p:nvSpPr>
          <p:cNvPr id="13" name="prog-card-18"/>
          <p:cNvSpPr/>
          <p:nvPr/>
        </p:nvSpPr>
        <p:spPr>
          <a:xfrm>
            <a:off x="4069080" y="338328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547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9502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Mubalighah Salimah Indonesia, wadah kader dai perempuan</a:t>
            </a:r>
            <a:endParaRPr lang="en-US" sz="1300" dirty="0"/>
          </a:p>
        </p:txBody>
      </p:sp>
      <p:sp>
        <p:nvSpPr>
          <p:cNvPr id="16" name="prog-card-19"/>
          <p:cNvSpPr/>
          <p:nvPr/>
        </p:nvSpPr>
        <p:spPr>
          <a:xfrm>
            <a:off x="548640" y="507492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239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P2MB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418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Penanggulangan Musibah dan Bencana</a:t>
            </a:r>
            <a:endParaRPr lang="en-US" sz="1300" dirty="0"/>
          </a:p>
        </p:txBody>
      </p:sp>
      <p:sp>
        <p:nvSpPr>
          <p:cNvPr id="19" name="prog-card-20"/>
          <p:cNvSpPr/>
          <p:nvPr/>
        </p:nvSpPr>
        <p:spPr>
          <a:xfrm>
            <a:off x="4069080" y="5074920"/>
            <a:ext cx="32461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5239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Perempuan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6418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KOB, Komunitas Entrepreneur Perempuan, SABILA, KhatamQu Bersama Salimah</a:t>
            </a:r>
            <a:endParaRPr lang="en-US" sz="1300" dirty="0"/>
          </a:p>
        </p:txBody>
      </p:sp>
      <p:sp>
        <p:nvSpPr>
          <p:cNvPr id="22" name="rps-card-21"/>
          <p:cNvSpPr/>
          <p:nvPr/>
        </p:nvSpPr>
        <p:spPr>
          <a:xfrm>
            <a:off x="7589520" y="1691640"/>
            <a:ext cx="4053535" cy="4800600"/>
          </a:xfrm>
          <a:prstGeom prst="roundRect">
            <a:avLst>
              <a:gd name="adj" fmla="val 2707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1920240"/>
            <a:ext cx="3413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Rumah Pendidikan Salimah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28803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P2AYD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2880360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Pembinaan Anak Yatim dan Dhuafa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346557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465576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Baitul Qur'an Salimah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0507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SERASI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050792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Pranikah Salimah Indonesia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6360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636008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Ibu Salimah Terpadu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52212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5221224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Lansia Salimah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806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5806440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 anak usia dini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Organisasi PW DKI Jakarta</a:t>
            </a:r>
            <a:endParaRPr lang="en-US" sz="3400" dirty="0"/>
          </a:p>
        </p:txBody>
      </p:sp>
      <p:sp>
        <p:nvSpPr>
          <p:cNvPr id="3" name="org-box-22"/>
          <p:cNvSpPr/>
          <p:nvPr/>
        </p:nvSpPr>
        <p:spPr>
          <a:xfrm>
            <a:off x="4358488" y="132588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468216" y="1399032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Yulia Andani Murti, M.K.K.K</a:t>
            </a:r>
            <a:endParaRPr lang="en-US" sz="1400" dirty="0"/>
          </a:p>
        </p:txBody>
      </p:sp>
      <p:sp>
        <p:nvSpPr>
          <p:cNvPr id="5" name="org-line-23"/>
          <p:cNvSpPr/>
          <p:nvPr/>
        </p:nvSpPr>
        <p:spPr>
          <a:xfrm>
            <a:off x="6095848" y="219456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6" name="org-line-24"/>
          <p:cNvSpPr/>
          <p:nvPr/>
        </p:nvSpPr>
        <p:spPr>
          <a:xfrm>
            <a:off x="3352648" y="2514600"/>
            <a:ext cx="5486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org-line-25"/>
          <p:cNvSpPr/>
          <p:nvPr/>
        </p:nvSpPr>
        <p:spPr>
          <a:xfrm>
            <a:off x="3352648" y="251460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8" name="org-line-26"/>
          <p:cNvSpPr/>
          <p:nvPr/>
        </p:nvSpPr>
        <p:spPr>
          <a:xfrm>
            <a:off x="8839048" y="251460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9" name="org-box-27"/>
          <p:cNvSpPr/>
          <p:nvPr/>
        </p:nvSpPr>
        <p:spPr>
          <a:xfrm>
            <a:off x="1615288" y="269748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25016" y="2770632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Lisnawati, S.Pd., MM</a:t>
            </a:r>
            <a:endParaRPr lang="en-US" sz="1400" dirty="0"/>
          </a:p>
        </p:txBody>
      </p:sp>
      <p:sp>
        <p:nvSpPr>
          <p:cNvPr id="11" name="org-box-28"/>
          <p:cNvSpPr/>
          <p:nvPr/>
        </p:nvSpPr>
        <p:spPr>
          <a:xfrm>
            <a:off x="7101688" y="269748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11416" y="2770632"/>
            <a:ext cx="3255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Bendahara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Suprih Murdjiyati</a:t>
            </a:r>
            <a:endParaRPr lang="en-US" sz="1400" dirty="0"/>
          </a:p>
        </p:txBody>
      </p:sp>
      <p:sp>
        <p:nvSpPr>
          <p:cNvPr id="13" name="org-line-29"/>
          <p:cNvSpPr/>
          <p:nvPr/>
        </p:nvSpPr>
        <p:spPr>
          <a:xfrm>
            <a:off x="6095848" y="2514600"/>
            <a:ext cx="0" cy="1417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4" name="org-line-30"/>
          <p:cNvSpPr/>
          <p:nvPr/>
        </p:nvSpPr>
        <p:spPr>
          <a:xfrm>
            <a:off x="1560424" y="3931920"/>
            <a:ext cx="9070848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5" name="org-line-31"/>
          <p:cNvSpPr/>
          <p:nvPr/>
        </p:nvSpPr>
        <p:spPr>
          <a:xfrm>
            <a:off x="1560424" y="393192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6" name="org-box-32"/>
          <p:cNvSpPr/>
          <p:nvPr/>
        </p:nvSpPr>
        <p:spPr>
          <a:xfrm>
            <a:off x="508864" y="41148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8592" y="418795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Dakwah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 Setiyani</a:t>
            </a:r>
            <a:endParaRPr lang="en-US" sz="1400" dirty="0"/>
          </a:p>
        </p:txBody>
      </p:sp>
      <p:sp>
        <p:nvSpPr>
          <p:cNvPr id="18" name="org-line-33"/>
          <p:cNvSpPr/>
          <p:nvPr/>
        </p:nvSpPr>
        <p:spPr>
          <a:xfrm>
            <a:off x="3828136" y="393192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9" name="org-box-34"/>
          <p:cNvSpPr/>
          <p:nvPr/>
        </p:nvSpPr>
        <p:spPr>
          <a:xfrm>
            <a:off x="2776576" y="41148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86304" y="418795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Pendidikan &amp; Latihan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Dewi S., S.Psi., M.Sc</a:t>
            </a:r>
            <a:endParaRPr lang="en-US" sz="1400" dirty="0"/>
          </a:p>
        </p:txBody>
      </p:sp>
      <p:sp>
        <p:nvSpPr>
          <p:cNvPr id="21" name="org-line-35"/>
          <p:cNvSpPr/>
          <p:nvPr/>
        </p:nvSpPr>
        <p:spPr>
          <a:xfrm>
            <a:off x="6095848" y="393192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2" name="org-box-36"/>
          <p:cNvSpPr/>
          <p:nvPr/>
        </p:nvSpPr>
        <p:spPr>
          <a:xfrm>
            <a:off x="5044288" y="41148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54016" y="418795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Ekonomi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Ninik Riwahayuanti, S.Pd</a:t>
            </a:r>
            <a:endParaRPr lang="en-US" sz="1400" dirty="0"/>
          </a:p>
        </p:txBody>
      </p:sp>
      <p:sp>
        <p:nvSpPr>
          <p:cNvPr id="24" name="org-line-37"/>
          <p:cNvSpPr/>
          <p:nvPr/>
        </p:nvSpPr>
        <p:spPr>
          <a:xfrm>
            <a:off x="8363560" y="393192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5" name="org-box-38"/>
          <p:cNvSpPr/>
          <p:nvPr/>
        </p:nvSpPr>
        <p:spPr>
          <a:xfrm>
            <a:off x="7312000" y="41148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21728" y="418795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Bangda &amp; SDM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RR. Tri Rizalina RS</a:t>
            </a:r>
            <a:endParaRPr lang="en-US" sz="1400" dirty="0"/>
          </a:p>
        </p:txBody>
      </p:sp>
      <p:sp>
        <p:nvSpPr>
          <p:cNvPr id="27" name="org-line-39"/>
          <p:cNvSpPr/>
          <p:nvPr/>
        </p:nvSpPr>
        <p:spPr>
          <a:xfrm>
            <a:off x="10631272" y="3931920"/>
            <a:ext cx="0" cy="1828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8" name="org-box-40"/>
          <p:cNvSpPr/>
          <p:nvPr/>
        </p:nvSpPr>
        <p:spPr>
          <a:xfrm>
            <a:off x="9579712" y="41148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89440" y="418795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Humas &amp; Kajian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 Dharmawaty</a:t>
            </a:r>
            <a:endParaRPr lang="en-US" sz="1400" dirty="0"/>
          </a:p>
        </p:txBody>
      </p:sp>
      <p:sp>
        <p:nvSpPr>
          <p:cNvPr id="30" name="dps-41"/>
          <p:cNvSpPr/>
          <p:nvPr/>
        </p:nvSpPr>
        <p:spPr>
          <a:xfrm>
            <a:off x="548640" y="5349240"/>
            <a:ext cx="53949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1324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Dewan Pertimbangan Salimah Wilayah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Ketua: Siti Nurlailah, S.Pd</a:t>
            </a:r>
            <a:endParaRPr lang="en-US" sz="1300" dirty="0"/>
          </a:p>
        </p:txBody>
      </p:sp>
      <p:sp>
        <p:nvSpPr>
          <p:cNvPr id="32" name="lks-42"/>
          <p:cNvSpPr/>
          <p:nvPr/>
        </p:nvSpPr>
        <p:spPr>
          <a:xfrm>
            <a:off x="6248095" y="5349240"/>
            <a:ext cx="53949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30975" y="541324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Kelengkapan Salimah (LKS)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Wakaf Salimah (LWS) dan Koperasi Salimah (Kossuma)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Jumlah Pengurus</a:t>
            </a:r>
            <a:endParaRPr lang="en-US" sz="3400" dirty="0"/>
          </a:p>
        </p:txBody>
      </p:sp>
      <p:sp>
        <p:nvSpPr>
          <p:cNvPr id="3" name="pengurus-oval-43"/>
          <p:cNvSpPr/>
          <p:nvPr/>
        </p:nvSpPr>
        <p:spPr>
          <a:xfrm>
            <a:off x="548640" y="1463040"/>
            <a:ext cx="4023360" cy="4023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 Salimah tercatat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DKI Jakarta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sampai September 2025, dari PW hingga Pimpinan Ranting.</a:t>
            </a:r>
            <a:endParaRPr lang="en-US" sz="1200" dirty="0"/>
          </a:p>
        </p:txBody>
      </p:sp>
      <p:graphicFrame>
        <p:nvGraphicFramePr>
          <p:cNvPr id="7" name="pengurus-chart-44" descr=""/>
          <p:cNvGraphicFramePr/>
          <p:nvPr/>
        </p:nvGraphicFramePr>
        <p:xfrm>
          <a:off x="5120640" y="1371600"/>
          <a:ext cx="6492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Jumlah Anggota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32.118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Salimah tercatat di DKI Jakarta sampai tahun 2025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Jakarta Selatan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10.229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Jakarta Timur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8.875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Jakarta Barat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5.464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Wilayah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Jakarta Pusat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5166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Jakarta Utara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577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400" dirty="0"/>
          </a:p>
        </p:txBody>
      </p:sp>
      <p:graphicFrame>
        <p:nvGraphicFramePr>
          <p:cNvPr id="17" name="anggota-chart-45" descr=""/>
          <p:cNvGraphicFramePr/>
          <p:nvPr/>
        </p:nvGraphicFramePr>
        <p:xfrm>
          <a:off x="5120640" y="1371600"/>
          <a:ext cx="6492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Struktur di DKI Jakarta</a:t>
            </a:r>
            <a:endParaRPr lang="en-US" sz="3400" dirty="0"/>
          </a:p>
        </p:txBody>
      </p:sp>
      <p:sp>
        <p:nvSpPr>
          <p:cNvPr id="3" name="net-oval-46"/>
          <p:cNvSpPr/>
          <p:nvPr/>
        </p:nvSpPr>
        <p:spPr>
          <a:xfrm>
            <a:off x="548640" y="13716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Daerah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setingkat kota/kabupaten</a:t>
            </a:r>
            <a:endParaRPr lang="en-US" sz="1400" dirty="0"/>
          </a:p>
        </p:txBody>
      </p:sp>
      <p:sp>
        <p:nvSpPr>
          <p:cNvPr id="6" name="net-oval-47"/>
          <p:cNvSpPr/>
          <p:nvPr/>
        </p:nvSpPr>
        <p:spPr>
          <a:xfrm>
            <a:off x="4297680" y="1371600"/>
            <a:ext cx="1188720" cy="11887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9768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Cabang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setingkat kecamatan</a:t>
            </a:r>
            <a:endParaRPr lang="en-US" sz="1400" dirty="0"/>
          </a:p>
        </p:txBody>
      </p:sp>
      <p:sp>
        <p:nvSpPr>
          <p:cNvPr id="9" name="net-oval-48"/>
          <p:cNvSpPr/>
          <p:nvPr/>
        </p:nvSpPr>
        <p:spPr>
          <a:xfrm>
            <a:off x="8046720" y="1371600"/>
            <a:ext cx="1188720" cy="11887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Ranting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setingkat kelurahan</a:t>
            </a:r>
            <a:endParaRPr lang="en-US" sz="1400" dirty="0"/>
          </a:p>
        </p:txBody>
      </p:sp>
      <p:graphicFrame>
        <p:nvGraphicFramePr>
          <p:cNvPr id="9" name="net-table-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Pimpinan Daerah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Pimpinan Cabang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Pimpinan Ranting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Timur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Barat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Selatan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Utara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Pusat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Kepulauan Seribu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" name="net-note-50"/>
          <p:cNvSpPr/>
          <p:nvPr/>
        </p:nvSpPr>
        <p:spPr>
          <a:xfrm>
            <a:off x="7680960" y="2971800"/>
            <a:ext cx="3962095" cy="2688336"/>
          </a:xfrm>
          <a:prstGeom prst="roundRect">
            <a:avLst>
              <a:gd name="adj" fmla="val 340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09560" y="3154680"/>
            <a:ext cx="3504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tumbuh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Kepulauan Seribu dilantik di Pulau Pramuka pada 9 Desember 2023 dan belum memiliki cabang.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struktur di semua tingkatan adalah misi pertama Salimah.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Capaian Periode 2021-2025</a:t>
            </a:r>
            <a:endParaRPr lang="en-US" sz="3400" dirty="0"/>
          </a:p>
        </p:txBody>
      </p:sp>
      <p:sp>
        <p:nvSpPr>
          <p:cNvPr id="3" name="cap-card-5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Baitul Qur'an Salimah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521 santri terdata</a:t>
            </a:r>
            <a:endParaRPr lang="en-US" sz="1300" dirty="0"/>
          </a:p>
        </p:txBody>
      </p:sp>
      <p:sp>
        <p:nvSpPr>
          <p:cNvPr id="7" name="cap-card-52"/>
          <p:cNvSpPr/>
          <p:nvPr/>
        </p:nvSpPr>
        <p:spPr>
          <a:xfrm>
            <a:off x="434340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15.000+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Jumat Berkah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tersalurkan selama empat tahun</a:t>
            </a:r>
            <a:endParaRPr lang="en-US" sz="1300" dirty="0"/>
          </a:p>
        </p:txBody>
      </p:sp>
      <p:sp>
        <p:nvSpPr>
          <p:cNvPr id="11" name="cap-card-53"/>
          <p:cNvSpPr/>
          <p:nvPr/>
        </p:nvSpPr>
        <p:spPr>
          <a:xfrm>
            <a:off x="813816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Kampus Salimah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muslimah perkantoran daring</a:t>
            </a:r>
            <a:endParaRPr lang="en-US" sz="1300" dirty="0"/>
          </a:p>
        </p:txBody>
      </p:sp>
      <p:sp>
        <p:nvSpPr>
          <p:cNvPr id="15" name="cap-card-54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205+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PKPS 1-3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kepemimpinan pengurus</a:t>
            </a:r>
            <a:endParaRPr lang="en-US" sz="1300" dirty="0"/>
          </a:p>
        </p:txBody>
      </p:sp>
      <p:sp>
        <p:nvSpPr>
          <p:cNvPr id="19" name="cap-card-55"/>
          <p:cNvSpPr/>
          <p:nvPr/>
        </p:nvSpPr>
        <p:spPr>
          <a:xfrm>
            <a:off x="434340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Dewan Pimpinan Harian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303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 25 rapat pleno</a:t>
            </a:r>
            <a:endParaRPr lang="en-US" sz="1300" dirty="0"/>
          </a:p>
        </p:txBody>
      </p:sp>
      <p:sp>
        <p:nvSpPr>
          <p:cNvPr id="23" name="cap-card-56"/>
          <p:cNvSpPr/>
          <p:nvPr/>
        </p:nvSpPr>
        <p:spPr>
          <a:xfrm>
            <a:off x="813816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4023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9,5 jt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wakaf terhimpun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3035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Lembaga Wakaf Salimah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Dokumentasi Kegiatan</a:t>
            </a:r>
            <a:endParaRPr lang="en-US" sz="3400" dirty="0"/>
          </a:p>
        </p:txBody>
      </p:sp>
      <p:pic>
        <p:nvPicPr>
          <p:cNvPr id="3" name="doc-photo-57" descr="Pelatihan Kepemimpinan Pengurus (PKPS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3520440" cy="1874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Kepemimpinan Pengurus (PKPS)</a:t>
            </a:r>
            <a:endParaRPr lang="en-US" sz="1200" dirty="0"/>
          </a:p>
        </p:txBody>
      </p:sp>
      <p:pic>
        <p:nvPicPr>
          <p:cNvPr id="5" name="doc-photo-58" descr="Jumat Berka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325880"/>
            <a:ext cx="3520440" cy="1874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343400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Jumat Berkah</a:t>
            </a:r>
            <a:endParaRPr lang="en-US" sz="1200" dirty="0"/>
          </a:p>
        </p:txBody>
      </p:sp>
      <p:pic>
        <p:nvPicPr>
          <p:cNvPr id="7" name="doc-photo-59" descr="Baitul Qur'an Salimah (BQS)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325880"/>
            <a:ext cx="3520440" cy="1874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38160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Baitul Qur'an Salimah (BQS)</a:t>
            </a:r>
            <a:endParaRPr lang="en-US" sz="1200" dirty="0"/>
          </a:p>
        </p:txBody>
      </p:sp>
      <p:pic>
        <p:nvPicPr>
          <p:cNvPr id="9" name="doc-photo-60" descr="Sekolah Lansia Salimah (SALSA)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703320"/>
            <a:ext cx="3520440" cy="18745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5650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Sekolah Lansia Salimah (SALSA)</a:t>
            </a:r>
            <a:endParaRPr lang="en-US" sz="1200" dirty="0"/>
          </a:p>
        </p:txBody>
      </p:sp>
      <p:pic>
        <p:nvPicPr>
          <p:cNvPr id="11" name="doc-photo-61" descr="Berbagi takjil Ramadha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3400" y="3703320"/>
            <a:ext cx="3520440" cy="18745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343400" y="5650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takjil Ramadhan</a:t>
            </a:r>
            <a:endParaRPr lang="en-US" sz="1200" dirty="0"/>
          </a:p>
        </p:txBody>
      </p:sp>
      <p:pic>
        <p:nvPicPr>
          <p:cNvPr id="13" name="doc-photo-62" descr="Peringatan Hari Besar Islam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38160" y="3703320"/>
            <a:ext cx="3520440" cy="18745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8138160" y="5650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Hari Besar Islam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Mitra &amp; Jejaring</a:t>
            </a:r>
            <a:endParaRPr lang="en-US" sz="3400" dirty="0"/>
          </a:p>
        </p:txBody>
      </p:sp>
      <p:sp>
        <p:nvSpPr>
          <p:cNvPr id="3" name="mitra-card-63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&amp; lembaga negara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Agama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Koperasi dan UKM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DPR/MPR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DPRD DKI Jakarta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Kesbangpol DKI Jakarta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</a:t>
            </a:r>
            <a:endParaRPr lang="en-US" sz="1600" dirty="0"/>
          </a:p>
        </p:txBody>
      </p:sp>
      <p:sp>
        <p:nvSpPr>
          <p:cNvPr id="6" name="mitra-card-64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&amp; kemanusiaan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9456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BAZNAS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BAZIS DKI Jakarta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Rumah Zakat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YAKESMA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 Dhuafa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Inisiatif Zakat Indonesia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Adara Relief International</a:t>
            </a:r>
            <a:endParaRPr lang="en-US" sz="1600" dirty="0"/>
          </a:p>
        </p:txBody>
      </p:sp>
      <p:sp>
        <p:nvSpPr>
          <p:cNvPr id="9" name="mitra-card-65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600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Ormas, pendidikan &amp; media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19456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KOWANI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BMIWI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KPIPA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HIMPAUDI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Pegadaian Syariah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Republika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Muslim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Media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Arah Pengembangan</a:t>
            </a:r>
            <a:endParaRPr lang="en-US" sz="3400" dirty="0"/>
          </a:p>
        </p:txBody>
      </p:sp>
      <p:pic>
        <p:nvPicPr>
          <p:cNvPr id="3" name="arah-photo-66" descr="Pelatihan Wanita Berdaya Keluarga Sejahter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4023360" cy="402336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32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"Wanita Berdaya Keluarga Sejahtera", 28 Juli 2024</a:t>
            </a:r>
            <a:endParaRPr lang="en-US" sz="1200" dirty="0"/>
          </a:p>
        </p:txBody>
      </p:sp>
      <p:sp>
        <p:nvSpPr>
          <p:cNvPr id="5" name="arah-dot-67"/>
          <p:cNvSpPr/>
          <p:nvPr/>
        </p:nvSpPr>
        <p:spPr>
          <a:xfrm>
            <a:off x="5120640" y="144475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23560" y="1371600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tetap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Kantor sekretariat yang representatif sebagai pusat kegiatan Salimah di Jakarta.</a:t>
            </a:r>
            <a:endParaRPr lang="en-US" sz="1400" dirty="0"/>
          </a:p>
        </p:txBody>
      </p:sp>
      <p:sp>
        <p:nvSpPr>
          <p:cNvPr id="7" name="arah-dot-68"/>
          <p:cNvSpPr/>
          <p:nvPr/>
        </p:nvSpPr>
        <p:spPr>
          <a:xfrm>
            <a:off x="5120640" y="2340864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23560" y="2267712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pengurus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PKPS, workshop, coaching dan literasi digital; kaderisasi yang terencana.</a:t>
            </a:r>
            <a:endParaRPr lang="en-US" sz="1400" dirty="0"/>
          </a:p>
        </p:txBody>
      </p:sp>
      <p:sp>
        <p:nvSpPr>
          <p:cNvPr id="9" name="arah-dot-69"/>
          <p:cNvSpPr/>
          <p:nvPr/>
        </p:nvSpPr>
        <p:spPr>
          <a:xfrm>
            <a:off x="5120640" y="323697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23560" y="3163824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 struktur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PD Kepulauan Seribu dan cabang serta ranting baru.</a:t>
            </a:r>
            <a:endParaRPr lang="en-US" sz="1400" dirty="0"/>
          </a:p>
        </p:txBody>
      </p:sp>
      <p:sp>
        <p:nvSpPr>
          <p:cNvPr id="11" name="arah-dot-70"/>
          <p:cNvSpPr/>
          <p:nvPr/>
        </p:nvSpPr>
        <p:spPr>
          <a:xfrm>
            <a:off x="5120640" y="413308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23560" y="4059936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Kemandirian dana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Kewirausahaan sosial, bazar, pelatihan berbayar dan donatur tetap.</a:t>
            </a:r>
            <a:endParaRPr lang="en-US" sz="1400" dirty="0"/>
          </a:p>
        </p:txBody>
      </p:sp>
      <p:sp>
        <p:nvSpPr>
          <p:cNvPr id="13" name="arah-dot-71"/>
          <p:cNvSpPr/>
          <p:nvPr/>
        </p:nvSpPr>
        <p:spPr>
          <a:xfrm>
            <a:off x="5120640" y="50292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23560" y="4956048"/>
            <a:ext cx="6019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rutin dengan Pemprov DKI dan kolaborasi dengan organisasi sevisi.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ring-72"/>
          <p:cNvSpPr/>
          <p:nvPr/>
        </p:nvSpPr>
        <p:spPr>
          <a:xfrm>
            <a:off x="6720840" y="868680"/>
            <a:ext cx="5120640" cy="5120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close-photo-73" descr="Kegiatan bersama masyarak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960120"/>
            <a:ext cx="4937760" cy="4937760"/>
          </a:xfrm>
          <a:prstGeom prst="ellipse">
            <a:avLst/>
          </a:prstGeom>
        </p:spPr>
      </p:pic>
      <p:pic>
        <p:nvPicPr>
          <p:cNvPr id="4" name="close-logo-74" descr="/tmp/claude-0/-home-user-My-brain/c2331d27-4dee-595d-8f4a-40a3000a2e7f/scratchpad/deck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566928" cy="9326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berkolaborasi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perempuan, anak dan keluarga Jakarta.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Wilayah Salimah DKI Jakarta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Center, Jl. H. Nawi Raya RT 3/RW 11, Gandaria Utara,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Kebayoran Baru, Jakarta Selatan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Salimah Call Center: 0822 1363 0747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imah Anggrek">
  <a:themeElements>
    <a:clrScheme name="Salimah Anggrek">
      <a:dk1>
        <a:srgbClr val="2A1838"/>
      </a:dk1>
      <a:lt1>
        <a:srgbClr val="FFFFFF"/>
      </a:lt1>
      <a:dk2>
        <a:srgbClr val="5A1E78"/>
      </a:dk2>
      <a:lt2>
        <a:srgbClr val="F3ECF7"/>
      </a:lt2>
      <a:accent1>
        <a:srgbClr val="5A1E78"/>
      </a:accent1>
      <a:accent2>
        <a:srgbClr val="E9A224"/>
      </a:accent2>
      <a:accent3>
        <a:srgbClr val="3A0F52"/>
      </a:accent3>
      <a:accent4>
        <a:srgbClr val="8E5BA8"/>
      </a:accent4>
      <a:accent5>
        <a:srgbClr val="D9C8E6"/>
      </a:accent5>
      <a:accent6>
        <a:srgbClr val="6B5A78"/>
      </a:accent6>
      <a:hlink>
        <a:srgbClr val="5A1E78"/>
      </a:hlink>
      <a:folHlink>
        <a:srgbClr val="3A0F52"/>
      </a:folHlink>
    </a:clrScheme>
    <a:fontScheme name="Salimah Anggre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Persaudaraan Muslimah (Salimah)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Salimah PW DKI Jakarta</dc:title>
  <dc:subject>PptxGenJS Presentation</dc:subject>
  <dc:creator>Pimpinan Wilayah Salimah DKI Jakarta</dc:creator>
  <cp:lastModifiedBy>Pimpinan Wilayah Salimah DKI Jakarta</cp:lastModifiedBy>
  <cp:revision>1</cp:revision>
  <dcterms:created xsi:type="dcterms:W3CDTF">2026-10-14T12:23:04Z</dcterms:created>
  <dcterms:modified xsi:type="dcterms:W3CDTF">2026-10-14T12:23:04Z</dcterms:modified>
</cp:coreProperties>
</file>